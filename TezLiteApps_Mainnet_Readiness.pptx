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complete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Frontend infra</c:v>
                  </c:pt>
                  <c:pt idx="1">
                    <c:v>Off-chain ops</c:v>
                  </c:pt>
                  <c:pt idx="2">
                    <c:v>AD</c:v>
                  </c:pt>
                  <c:pt idx="3">
                    <c:v>Plinko</c:v>
                  </c:pt>
                  <c:pt idx="4">
                    <c:v>TTT</c:v>
                  </c:pt>
                  <c:pt idx="5">
                    <c:v>Security audit</c:v>
                  </c:pt>
                  <c:pt idx="6">
                    <c:v>War</c:v>
                  </c:pt>
                  <c:pt idx="7">
                    <c:v>Chess</c:v>
                  </c:pt>
                  <c:pt idx="8">
                    <c:v>Oracle (OaaS)</c:v>
                  </c:pt>
                  <c:pt idx="9">
                    <c:v>Reversi</c:v>
                  </c:pt>
                  <c:pt idx="10">
                    <c:v>Squares</c:v>
                  </c:pt>
                  <c:pt idx="11">
                    <c:v>v3 commit-reveal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95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75</c:v>
                </c:pt>
                <c:pt idx="5">
                  <c:v>70</c:v>
                </c:pt>
                <c:pt idx="6">
                  <c:v>65</c:v>
                </c:pt>
                <c:pt idx="7">
                  <c:v>60</c:v>
                </c:pt>
                <c:pt idx="8">
                  <c:v>70</c:v>
                </c:pt>
                <c:pt idx="9">
                  <c:v>50</c:v>
                </c:pt>
                <c:pt idx="10">
                  <c:v>45</c:v>
                </c:pt>
                <c:pt idx="1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A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TEZLITEAPPS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Mainnet Readiness Review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Investor Update · Q2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suite of on-chain games on Tezos. Built on shadownet today;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target after the security batch + commit-reveal v3.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TezLiteApps?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thextz.life · seven on-chain games + a public randomness oracle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shipped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· Plinko · Squares · TTT · War · Chess · Reversi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0604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shadownet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· Plinko · TTT · Squares · War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06040" cy="1554480"/>
          </a:xfrm>
          <a:prstGeom prst="rect">
            <a:avLst/>
          </a:prstGeom>
          <a:solidFill>
            <a:srgbClr val="F4F7FA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House-edge target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true-odds payouts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Tezos smart contracts (SmartPy) for game logic + pots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oracle daemon picks randomness, advances state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SPA + Express/Socket.IO relay (single Heroku dyno)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TXL holder fund accrues a 0.1 ꜩ holder fee on every game 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Game Suite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today across contract / UI / live 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9456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062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0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07592"/>
            <a:ext cx="841248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Acey-Duecey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Casino · 5% edge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444752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444752"/>
            <a:ext cx="95554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2801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1444752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444752"/>
            <a:ext cx="95554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2801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389888"/>
            <a:ext cx="146304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389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Shadownet 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709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Plinko (3D)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Casino · radial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1828800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1828800"/>
            <a:ext cx="905256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1828800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1828800"/>
            <a:ext cx="955548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1773936"/>
            <a:ext cx="146304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773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Shadownet 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075688"/>
            <a:ext cx="841248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0939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TezTacToe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94560" y="20939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· 4×4×4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06240" y="2212848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2212848"/>
            <a:ext cx="854964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4960" y="2212848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2212848"/>
            <a:ext cx="7543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2157984"/>
            <a:ext cx="146304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157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Shadownet 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2478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194560" y="24780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· NFL grid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06240" y="2596896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06240" y="2596896"/>
            <a:ext cx="70408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24323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94960" y="2596896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0" y="2596896"/>
            <a:ext cx="352044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24323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83680" y="2542032"/>
            <a:ext cx="146304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2542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Shadownet ✓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2843784"/>
            <a:ext cx="841248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2862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(cards)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194560" y="2862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Casino · luck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06240" y="2980944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06240" y="2980944"/>
            <a:ext cx="905256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28163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94960" y="2980944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94960" y="2980944"/>
            <a:ext cx="402336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28163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583680" y="2926080"/>
            <a:ext cx="146304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2926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Shadownet 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21945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· gambling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206240" y="3364992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3364992"/>
            <a:ext cx="854964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0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394960" y="3364992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94960" y="3364992"/>
            <a:ext cx="5029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0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583680" y="3310128"/>
            <a:ext cx="14630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83680" y="3310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65760" y="3611880"/>
            <a:ext cx="841248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3630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2194560" y="3630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· escrow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206240" y="3749040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06240" y="3749040"/>
            <a:ext cx="653796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06240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394960" y="3749040"/>
            <a:ext cx="1005840" cy="73152"/>
          </a:xfrm>
          <a:prstGeom prst="rect">
            <a:avLst/>
          </a:prstGeom>
          <a:solidFill>
            <a:srgbClr val="DAE3EB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94960" y="3749040"/>
            <a:ext cx="402336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94960" y="3584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83680" y="3694176"/>
            <a:ext cx="14630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83680" y="3694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seven game contracts are live on shadownet. AD + Plinko are the most polished — both have full UIs, animated payouts, and have been play-tested end-to-end. Reversi + Chess still need IDE compile + deploy.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 Quarter — Shipped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landed since the last review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DA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on thextz.life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025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deploy + custom domain + Let's Encrypt TLS. Forced HTTPS redirect. One Eco dyno handles SPA + socket.io.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233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DA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417320"/>
            <a:ext cx="64008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1709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Multi-game oracle daemon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0025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scripts/oracle_worker.py refactored into a plugin pattern. One process drives AD, Plinko, TTT, Squares, War; soft-fails per-game on auth mismatch.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24328"/>
            <a:ext cx="40233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DAE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24328"/>
            <a:ext cx="64008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157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16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True-odds payouts on 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095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flat 2× payout (which was net +EV for skilled players) with 12.35/spread × bet — uniform 5% house edge regardless of strategy.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624328"/>
            <a:ext cx="40233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DA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624328"/>
            <a:ext cx="64008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157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9169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Plinko 3D rebuild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2095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Pegs become a pyramid; ball makes independent X and Z deflections per layer. On-chain path is bit-by-bit auditable, animation replays the committed walk.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40233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DAE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31336"/>
            <a:ext cx="64008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22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123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SmartPy compile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4165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smartpy-tezos → one-command compile + deploy. Replaces the IDE clipboard dance for every contract change.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3831336"/>
            <a:ext cx="4023360" cy="1078992"/>
          </a:xfrm>
          <a:prstGeom prst="rect">
            <a:avLst/>
          </a:prstGeom>
          <a:solidFill>
            <a:srgbClr val="F4F7FA"/>
          </a:solidFill>
          <a:ln w="6350">
            <a:solidFill>
              <a:srgbClr val="DAE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831336"/>
            <a:ext cx="64008" cy="10789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922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41239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+ fix backlog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44165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docs/SECURITY_FIXES.md + docs/CONTRACT_SECURITY_CHECKLIST.md. Hotfix batch (AD-1..4, PLINKO-2..6, TTT-1..6) applied + locally compile-verified.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Posture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audit · what's fixed, what's open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Hotfix batch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Pre-mainnet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AD-1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bet() tautology — caller couldn't underpay ante anymore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AD-1.5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updateOracle was wiring to wrong field — actually rotatable now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42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AD-2 / PLINKO-2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Pot auto-refill brick (SUB_MUTEZ underflow on low reserve)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998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26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AD-3 / PLINKO-3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pruneGame / pruneRound admin entrypoints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10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TTT-1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games={} untyped — compile blocker resolved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8679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TTT-2..4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move-coord validation, locals over self.data scratch, win-set indexing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AD-4 / TTT-6 / PLINKO-6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updateAdmin, claimByTimeout, topUpPot positivity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164592" cy="164592"/>
          </a:xfrm>
          <a:prstGeom prst="ellipse">
            <a:avLst/>
          </a:prstGeom>
          <a:solidFill>
            <a:srgbClr val="E54B4B"/>
          </a:solidFill>
          <a:ln w="12700">
            <a:solidFill>
              <a:srgbClr val="E54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AD-firstCard auth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Oracle check is commented out — anyone can overwrite card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+ smoke-test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hotfixes are local; need shadownet redeploy + exercise_contracts.py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715768"/>
            <a:ext cx="164592" cy="164592"/>
          </a:xfrm>
          <a:prstGeom prst="ellipse">
            <a:avLst/>
          </a:prstGeom>
          <a:solidFill>
            <a:srgbClr val="E54B4B"/>
          </a:solidFill>
          <a:ln w="12700">
            <a:solidFill>
              <a:srgbClr val="E54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642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Commit-Reveal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Oracle bias still possible — strategic operator can favor outcomes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9981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026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dashboard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distribution monitor as defense-in-depth alongside commit-reveal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483864"/>
            <a:ext cx="164592" cy="164592"/>
          </a:xfrm>
          <a:prstGeom prst="ellipse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410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full UI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Restructured contract storage; UI hasn't caught up yet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67912"/>
            <a:ext cx="164592" cy="164592"/>
          </a:xfrm>
          <a:prstGeom prst="ellipse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Reversi/Chess deploy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Contracts written but not yet on shadownet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251960"/>
            <a:ext cx="164592" cy="164592"/>
          </a:xfrm>
          <a:prstGeom prst="ellipse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key rotation cadence</a:t>
            </a:r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Manual today; needs scheduled rotation script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by Area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estimate against the mainnet bar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2103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+ Plinko launch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75% to mainnet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7-game suite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60% to mainnet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oracle (v3)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35% — design only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Mainnet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checklist · two-stage release plan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Casino-first (AD + Plinko)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firstCard oracle-auth fix in 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AD + Plinko to shadownet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exercise_contracts.py end-to-end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code review (target: 1 reviewer)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mainnet pots from cold reserve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 on mainnet, soft-launch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72h before public announce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371600"/>
            <a:ext cx="40233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PvP + Pool (TTT, Squares, War, Chess, Reversi)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+ Reversi UI completion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Chess + Reversi to shadownet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Multi-player exercise scenarios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timeout-claim validation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House-cut tuning per game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 on mainnet, staggered launch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candidate window: 4–6 weeks. Stage 2: 6–10 weeks after Stage 1 stabilizes.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Mainnet — v3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Trust-minimization and the Oracle-as-a-Service business 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Commit-reveal randomness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commits to hash(seed) before seeing the request. Reveal must match or be rejected on chain. Removes the operator's ability to bias outcomes after seeing the bet.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240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Histogram fairness dashboard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60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real-time stats — observed vs theoretical distribution per (game, risk, bet bucket). Defense-in-depth alongside commit-reveal; raises informal trust for casual users.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1089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Oracle-as-a-Service for 3rd-party dApps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429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RandomOracle v2 ships a generic request/fulfill flow. Reference dApp + integration guide already in docs. Per-request fee revenue accrues to the holder fund.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Multi-operator quorum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297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stretch goal — N independent oracles XOR their contributions. Defeats a single compromised key entirely. Largest engineering lift, lowest near-term priority.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 the Stage 1 mainnet path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casino games (AD + Plinko) are ready barring a security batch redeploy + smoke test. We're proposing a 4–6 week sprint to clear the open HIGH (firstCard auth), re-run the audit checklist, originate on mainnet, and soft-launch with a capped pot.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full suite, PvP games, public Oracle-as-a-Service — comes 6–10 weeks after Stage 1 stabilizes.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$5/mo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Heroku Eco dyno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4612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4612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edge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true-odds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4389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contracts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 shadownet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TezLiteApps — Mainnet Readiness Review</dc:title>
  <dc:subject>PptxGenJS Presentation</dc:subject>
  <dc:creator>TezLiteApps</dc:creator>
  <cp:lastModifiedBy>TezLiteApps</cp:lastModifiedBy>
  <cp:revision>1</cp:revision>
  <dcterms:created xsi:type="dcterms:W3CDTF">2026-05-15T16:45:58Z</dcterms:created>
  <dcterms:modified xsi:type="dcterms:W3CDTF">2026-05-15T16:45:58Z</dcterms:modified>
</cp:coreProperties>
</file>